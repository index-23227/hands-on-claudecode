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Excel에서 웹으로: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DB + Flask 대시보드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 실습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AI에게 시켜서 DB 조회 → 웹 대시보드까지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김형진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오늘의 흐름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822960"/>
                <a:gridCol w="4206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수강생이 하는 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개념 이해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슬라이드 듣기 + 비교 체험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AI로 DB 조회하기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CLAUDE.md에 DB 정보 추가 → 자연어 조회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쉬는 시간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Flask 대시보드 만들기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"웹으로 보여줘" → 브라우저 확인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기능 확장 + 자유 실습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차트, 필터, 스타일 등 추가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쉬는 시간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내가 보고 싶은 화면 만들기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자유롭게 요구사항 추가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오늘 배운 것 + 다음 시간 예고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0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DB가 뭔가요?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엑셀로 잘 하고 있는데, 왜 DB라는 걸 쓰는 걸까요?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왜 DB가 필요한가?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week04에서 엑셀 자동화를 해봤습니다. 하지만 현실에서는...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2560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731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1: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"법인이 20개로 늘었어요. 엑셀 파일이 60개인데 합칠 수 있나요?"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2: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"팀장님이 법인별 매출을 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웹에서 바로 보고 싶대요.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3: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"다른 팀원이 같은 파일을 동시에 열었는데 충돌이 나요."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이때 </a:t>
            </a:r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DB(데이터베이스)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 필요합니다.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엑셀 vs DB 비교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78638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7432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엑셀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(데이터베이스)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.xlsx 파일 하나하나 관리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하나의 DB에 테이블 여러 개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찾기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Ctrl+F, 필터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한 줄로 정확히 검색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합치기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복사-붙여넣기 or VBA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한 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동시 작업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한 명만 편집 가능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여러 명 동시 가능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 양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100만 행 한계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수억 행 OK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웹 연결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안 됨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Flask 등으로 바로 연결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SQL이 뭔가요?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= DB에게 시키는 명령어. 엑셀의 "필터"와 비슷합니다.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엑셀: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"미국" 필터 → 미국 데이터만 보기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786384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SQL:  SELECT * FROM monthly_sales WHERE corp_code = 'US01';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엑셀: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피벗 테이블 → 법인별 합계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786384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9260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SQL:  SELECT corp_code, SUM(amount) FROM monthly_sales GROUP BY corp_code;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7863840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033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하지만 여러분이 SQL을 쓸 필요는 없습니다.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CLAUDE.md에 DB 구조를 적어두면, AI가 SQL을 대신 써줍니다.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오늘 쓸 DB 구조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week04의 법인 매출 데이터가 이미 DB에 들어있습니다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23774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7315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sales.db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(SQLite 데이터베이스 — 파일 하나짜리 가벼운 DB)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├── corporations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법인 정보 (미국법인, 일본법인, ...)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├── monthly_sales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월별 매출 (법인별 1~3월 매출액)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└── exchange_rates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환율 (USD 1,350원, JPY 9.2원, ...)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931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SQLite란?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같은 서버 설치 없이, Python에 기본 내장. 바로 쓸 수 있습니다.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week04 → week05 연결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week04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 파일 5개  →  Python으로 합치기  →  엑셀 결과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0" y="2377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week05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786384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1546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데이터가 DB에  →  AI가 SQL로 조회  →  </a:t>
            </a:r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브라우저에서 보기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week04: 결과가 </a:t>
            </a:r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 파일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   week05: 결과가 </a:t>
            </a:r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페이지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4389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팀장님한테 "이 URL 열어보세요" 하면 끝!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AI로 DB 조회하기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SQL을 직접 쓰지 않습니다. CLAUDE.md에 DB 정보를 적고, 한국어로 시킵니다.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CLAUDE.md에 DB 스키마 적기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테이블 이름과 컬럼을 적어두면 AI가 정확한 SQL을 만듭니다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3657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097280"/>
                <a:gridCol w="1280160"/>
              </a:tblGrid>
              <a:tr h="0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corporations (법인 마스터)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컬럼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타입/키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corp_code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TEXT, PK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corp_name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미국법인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280160"/>
          <a:ext cx="39319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097280"/>
                <a:gridCol w="1554480"/>
              </a:tblGrid>
              <a:tr h="0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monthly_sales (월별 매출)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컬럼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타입/키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corp_code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TEXT, FK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125000.0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신규 거래처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383280"/>
          <a:ext cx="3657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914400"/>
              </a:tblGrid>
              <a:tr h="0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exchange_rates (환율)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컬럼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타입/키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TEXT, PK(복합)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rate_date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TEXT, PK(복합)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2026-03-31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2"/>
          <p:cNvSpPr/>
          <p:nvPr/>
        </p:nvSpPr>
        <p:spPr>
          <a:xfrm>
            <a:off x="4572000" y="3566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법인 5개: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미국(USD), 일본(JPY), 중국(CNY), 독일(EUR), 베트남(VND)</a:t>
            </a:r>
            <a:endParaRPr lang="en-US" sz="1300" dirty="0"/>
          </a:p>
        </p:txBody>
      </p:sp>
      <p:sp>
        <p:nvSpPr>
          <p:cNvPr id="8" name="Text 3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기본 조회: 법인별 매출 합계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Code에서 입력: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7863840" cy="8229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data/sales.db에 연결해서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법인별 3개월 매출 합계를 조회하는 Python 코드를 만들어줘.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결과를 표 형식으로 터미널에 출력해줘.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기대하는 결과: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926080"/>
          <a:ext cx="5486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법인명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통화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매출합계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독일법인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304,000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미국법인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375,000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베트남법인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9,850,000,000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일본법인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46,900,000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중국법인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2,685,000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SQL을 한 글자도 안 썼는데 결과가 나옴!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원화 환산 추가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exchange_rates 테이블과 JOIN해서 환율 정보 추가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"위 결과에 환율 정보도 추가해줘. 원화 환산 금액도 같이 보여줘."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731520"/>
                <a:gridCol w="2011680"/>
                <a:gridCol w="109728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법인명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통화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외화합계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환율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원화환산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독일법인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304,000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1,480.0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449,920,000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미국법인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375,000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1,350.0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506,250,000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베트남법인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9,850,000,000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551,600,000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일본법인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46,900,000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431,480,000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중국법인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2,685,000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186.0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499,410,000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추가 지시만으로 </a:t>
            </a:r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테이블 JOIN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원화 환산 계산이 자동으로!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같은 결과, 다른 과정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week04 — 엑셀 처리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파일 5개 열기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복사-붙여넣기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피벗 테이블 만들기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환율 곱하기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84632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week05 — DB 조회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846320" y="1691640"/>
            <a:ext cx="36576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737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"법인별 매출 합계 보여줘"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4632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7863840" cy="914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이게 DB의 힘입니다.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데이터가 정리된 형태(테이블)로 있으니,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원하는 정보를 바로 꺼낼 수 있습니다.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Flask 대시보드 만들기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터미널에서 보던 결과를 웹 브라우저에서 보이게 만듭니다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Flask란?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Python으로 웹 페이지를 만드는 도구. 여러분은 만들지 않습니다 — AI가 만듭니다.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291840"/>
                <a:gridCol w="3291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정적 HTML (week04)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Flask (week05)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열기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파일 더블클릭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서버 실행 → URL 접속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파일에 고정됨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DB에서 최신 데이터 가져옴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업데이트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파일 다시 만들어야 함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새로고침만 하면 반영!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108960"/>
            <a:ext cx="7863840" cy="1097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정적 HTML: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파일 만들기 → 더블클릭 → 항상 같은 내용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Flask: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서버 실행 → URL 접속 → DB에서 최신 데이터를 가져와서 보여줌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메인 페이지 만들기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AI에게 시켜보기: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786384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data/sales.db에 연결해서 법인별 매출 현황을 보여주는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Flask 웹 앱을 만들어줘.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메인 페이지(/)에 법인별 매출 합계 + 원화 환산.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법인명 가나다순, 금액 천 단위 콤마, CSS 스타일 적용.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파일: app.py + templates/index.html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실행하기: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520440"/>
            <a:ext cx="365760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566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app.py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브라우저에서 </a:t>
            </a:r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http://127.0.0.1:5000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접속!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상세 페이지 추가하기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7863840" cy="11887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258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법인명을 클릭하면 해당 법인의 월별 상세 페이지로 이동하게 해줘.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URL: /corp/US01 형태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월별 매출 내역을 표로, 마지막에 합계 행.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메인으로 돌아가기 링크. templates/detail.html로.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 포인트: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메인에서 "미국법인" 클릭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월별 매출 확인 (1월 125,000 / 2월 132,000 / 3월 118,000)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합계(375,000)가 맞는지 확인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"메인으로" 링크 동작 확인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480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종료: Ctrl + C  |  다시 켜기: python app.py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기대하는 결과 화면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페이지 (/)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39319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3152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법인명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통화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원화 환산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독일법인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449,920,000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미국법인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506,250,000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베트남법인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551,600,000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291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법인명 클릭 →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84632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 페이지 (/corp/US01)</a:t>
            </a:r>
            <a:endParaRPr lang="en-US" sz="15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554480"/>
          <a:ext cx="3657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금액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신규 거래처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합계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84632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메인으로 돌아가기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단계에서 이걸 더 멋지게 만듭니다! </a:t>
            </a:r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(차트, 필터, 스타일...)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기능 확장 + 자유 실습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"작게 시작해서 키우기" — 하나씩 추가하면서 점점 완성합니다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기능 메뉴: 골라서 시키기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마음에 드는 것을 골라 AI에게 시키세요. 쉬운 것부터!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78638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645920"/>
                <a:gridCol w="411480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기능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난이도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차트 추가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Chart.js CDN으로 법인별 막대 차트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추천!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스타일 개선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호버 효과, 금액 오른쪽 정렬, 반응형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쉬움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월별 필터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드롭다운으로 특정 월만 보기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환율 환산 토글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현지통화 ↔ 원화 전환 버튼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 추가 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웹에서 새 매출 데이터 입력 (INSERT)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도전!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다운로드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조회 결과를 CSV 파일로 내려받기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쉬움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번에 다 시키지 마세요.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 추가 → 확인 → 다음 하나. 한 번에 5가지를 시키면 AI도 헷갈립니다.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작게 시작해서 키우기 — 5단계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7863840" cy="2926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63040"/>
            <a:ext cx="7315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가장 단순한 버전을 먼저 만들기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← Step 2에서 완료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실제 데이터로 확인하기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← Step 2에서 완료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기능을 하나씩 추가하기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← 지금 여기!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4단계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에러 나면 AI에게 고치게 하기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← 에러 = 정상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5단계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모양 다듬기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← 마지막에 CSS/디자인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에러 대응 패턴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에러가 나면 AI에게 이렇게 보고하면 효과적입니다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2011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[상황]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차트를 추가하라고 했더니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[에러]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브라우저에서 이렇게 나와: (에러 메시지)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[기대]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법인별 막대 차트가 표 위에 나와야 하는데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[실제]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차트가 안 보이고 빈 공간만 있어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고쳐줘.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</a:t>
            </a:r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상황-에러-기대-실제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패턴을 쓰면 AI가 더 정확하게 고칩니다.</a:t>
            </a:r>
            <a:endParaRPr lang="en-US" sz="17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114800"/>
          <a:ext cx="7863840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에러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ModuleNotFoundError: flask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 install flask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 already in 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Ctrl+C 후 다시 실행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OperationalError: no such 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data/create_db.py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오늘 배운 것 정리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= 데이터 창고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엑셀 대신 DB에 넣으면 SQL 한 줄로 원하는 데이터를 꺼낼 수 있다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SQL은 AI가 써줌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CLAUDE.md에 테이블 구조만 적어두면 AI가 정확한 SQL을 만든다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= 웹 페이지 만드는 도구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python app.py 한 줄로 웹 서버가 뜨고, 브라우저에서 볼 수 있다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작게 시작해서 키우기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기본 표 → 상세 페이지 → 차트 → 필터... 하나씩 추가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에러 = 당연한 것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AI에게 에러 메시지를 보여주면 고쳐줌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모든 코드를 AI가 만들어줬다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직접 SQL이나 Flask를 쓸 필요 없음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시간: 이 모든 과정을 자동으로 돌아가게 만드는 자동화 파이프라인!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E.O.D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926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 → DB → 웹. 다음은 자동화!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05 — Excel에서 웹으로: DB + Flask 대시보드</dc:title>
  <dc:subject>PptxGenJS Presentation</dc:subject>
  <dc:creator>김형진</dc:creator>
  <cp:lastModifiedBy>김형진</cp:lastModifiedBy>
  <cp:revision>1</cp:revision>
  <dcterms:created xsi:type="dcterms:W3CDTF">2026-04-03T06:44:03Z</dcterms:created>
  <dcterms:modified xsi:type="dcterms:W3CDTF">2026-04-03T06:44:03Z</dcterms:modified>
</cp:coreProperties>
</file>